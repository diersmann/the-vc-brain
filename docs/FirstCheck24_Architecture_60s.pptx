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FirstCheck24 runs one evidence pipeline with two connected entry paths. Outbound starts from the fund thesis. A discovery agent scans public sources, creates an initial signal score, and places high-potential founders in a promising queue. A footprint agent then resolves identity and gathers deeper technical, company, and network evidence. The three-axis engine scores Founder, Market, and Idea–Market Fit independently, including trends, confidence, and SWOT. If the case is strong, the outreach agent drafts a personalized message, with the investor approving the send. When a founder applies inbound and uploads a deck, the deck agent extracts claims and adds them to the same evidence graph. The system re-scores the opportunity, highlights contradictions, and produces an explainable recommendation: proceed, hold, or decline. Every human decision feeds memory and improves the next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eyu/Projects/HACKATHON/The-VC-Brain/docs/pitch-assets/architecture-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FirstCheck24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FirstCheck24 Architecture — 60 Seconds</dc:title>
  <dc:subject>Agent architecture and 60-second pitch</dc:subject>
  <dc:creator>FirstCheck24</dc:creator>
  <cp:lastModifiedBy>FirstCheck24</cp:lastModifiedBy>
  <cp:revision>1</cp:revision>
  <dcterms:created xsi:type="dcterms:W3CDTF">2026-07-19T12:18:26Z</dcterms:created>
  <dcterms:modified xsi:type="dcterms:W3CDTF">2026-07-19T12:18:26Z</dcterms:modified>
</cp:coreProperties>
</file>