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FirstCheck24 is built as one evidence pipeline with two entry paths. Outbound starts from an investor thesis: discovery agents scan public sources, create a signal score, promote promising founders, enrich their digital footprints, and draft approved outreach. Inbound starts with an application or pitch deck: a deck agent extracts claims and adds them to the same evidence graph. Both paths converge on our explainable three-axis engine, which scores Founder, Market, and Idea–Market Fit independently, with SWOT, trends, confidence, and source-level provenance. React and TypeScript power the investor workflow. FastAPI orchestrates agent services, while ARQ and Redis run asynchronous collection jobs. Postgres and pgvector store identities, evidence, memory, and scores; MinIO preserves source artifacts, and Docker makes deployment reproducible. Finally, the system recommends proceed, hold, or decline, while every human decision feeds memory and improves future discovery and scoring.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eyu/Projects/HACKATHON/The-VC-Brain/docs/pitch-assets/architecture-flow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FirstCheck24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FirstCheck24 Architecture — 60 Seconds</dc:title>
  <dc:subject>Agent architecture and 60-second pitch</dc:subject>
  <dc:creator>FirstCheck24</dc:creator>
  <cp:lastModifiedBy>FirstCheck24</cp:lastModifiedBy>
  <cp:revision>1</cp:revision>
  <dcterms:created xsi:type="dcterms:W3CDTF">2026-07-19T12:21:00Z</dcterms:created>
  <dcterms:modified xsi:type="dcterms:W3CDTF">2026-07-19T12:21:00Z</dcterms:modified>
</cp:coreProperties>
</file>